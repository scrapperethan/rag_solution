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2918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概念验证（PoC）  ·  解决方案架构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Confluence 知识助手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技术方案、关键组件与推荐方向 —— 供评审。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0472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41148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9272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4114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48072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汇报人：Ethan  ·  2026 年 6 月  ·  供定方向与审批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目标与范围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我们要做什么 —— 以及需要你拍板的事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41248" y="2002536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110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247802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Confluence 的可溯源问答 —— 每个答案都标注出处。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9164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10528" y="2002536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9110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现有条件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28816" y="247802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 GPT-5.5 · MCP 接入 Confluence · pgvector。几乎无需新增基础设施。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5760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3968496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8770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范围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" y="444398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一个纵切片 + 一套评测，用于客观对比各方案。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E2F1F0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365760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3968496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8770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你的决策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28816" y="444398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审批方向与资源投入。具体实现由工程侧执行。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参考架构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同一条流水线 —— 三方案只在中间分叉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Confluence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数据源头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14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89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0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摄取 · MCP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90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MD；元数据 + 祖先路径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0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75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E2F1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构建可检索形态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86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61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E2F1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52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+ 推理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62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找到内容、决定如何作答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72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747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38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48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 + 带引用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75504" y="302666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A / B / C 在此分叉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" y="3611880"/>
            <a:ext cx="4078224" cy="1783080"/>
          </a:xfrm>
          <a:prstGeom prst="roundRect">
            <a:avLst>
              <a:gd name="adj" fmla="val 3590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611880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2104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共享骨架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2104" y="4206240"/>
            <a:ext cx="3639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摄取（MCP、元数据、祖先路径）与带引用的作答为三方案共用 —— 一次构建、处处复用。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75504" y="3611880"/>
            <a:ext cx="5888736" cy="1783080"/>
          </a:xfrm>
          <a:prstGeom prst="roundRect">
            <a:avLst>
              <a:gd name="adj" fmla="val 3590"/>
            </a:avLst>
          </a:prstGeom>
          <a:solidFill>
            <a:srgbClr val="EAF4F3"/>
          </a:solidFill>
          <a:ln w="12700">
            <a:solidFill>
              <a:srgbClr val="E2F1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3611880"/>
            <a:ext cx="5742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04104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/ B / C 的差异点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404104" y="42245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+ 向量（pgvector）  ·  跨页主题卡片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BM25（RRF）· 重排  ·  智能体：卡片 ↔ 原文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三方案共用摄取与带引用作答，仅在索引与推理两段分叉。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 · RAG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检索式问答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结构感知（H2/H3，表格不切断）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14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89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80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多语种向量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0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175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66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76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BM25，RRF 融合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6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61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52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 + 过滤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62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reranker · 元数据维度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72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747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38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48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+ 出处引用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77640"/>
            <a:ext cx="10917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" y="3977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精确事实查询；全覆盖；构建成本低。   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跨页综合较弱；缺少业务梳理视角。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关键节点：pgvector（PoC 阶段精确检索，后续上 HNSW）· Postgres tsvector 做 BM25 · 可插拔多语种 embedding。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 · 精选卡片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跨页总结卡片（map-reduce）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业务框架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关键主题 + 关键词表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26664" y="2011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2958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102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Map（全量页）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016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逐页抽取 · 自报关键词 · 记录锚点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2744" y="2011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5566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4710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按关键词归并 → 主题卡片；精确字段保留锚点；冲突按版本取新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78824" y="2011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38174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7318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8232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keyword→page 倒排表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4EEFB"/>
          </a:solidFill>
          <a:ln w="12700">
            <a:solidFill>
              <a:srgbClr val="F1EA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160520"/>
            <a:ext cx="10917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副产品：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keyword→page 倒排表既是业务审核界面，又能暴露业务漏掉的主题。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跑全量页（不只是业务圈定的约 70–80%）—— 这正是倒排表补回遗漏的关键。  注意：总结可能丢精确细节；需要业务投入时间。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C · AGENTIC（推荐方向）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卡片优先，按需下钻原文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251960" y="1481328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25112" y="1481328"/>
            <a:ext cx="3511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97880" y="1938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212848"/>
            <a:ext cx="5760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2212848"/>
            <a:ext cx="5614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路由：找到相关卡片（页面树 · 关键词 · 向量）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93976" y="28895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" y="3200400"/>
            <a:ext cx="3346704" cy="566928"/>
          </a:xfrm>
          <a:prstGeom prst="roundRect">
            <a:avLst>
              <a:gd name="adj" fmla="val 11290"/>
            </a:avLst>
          </a:prstGeom>
          <a:solidFill>
            <a:srgbClr val="E2F1F0"/>
          </a:solidFill>
          <a:ln w="12700">
            <a:solidFill>
              <a:srgbClr val="E2F1F0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综合类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93976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" y="3931920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用卡片叙述作答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93976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" y="4773168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73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引用卡片 + 来源页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97880" y="28895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7408" y="3200400"/>
            <a:ext cx="3346704" cy="566928"/>
          </a:xfrm>
          <a:prstGeom prst="roundRect">
            <a:avLst>
              <a:gd name="adj" fmla="val 11290"/>
            </a:avLst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 · 卡片有值（带锚点）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7408" y="3931920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05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 + 引用原文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701784" y="28895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11312" y="3200400"/>
            <a:ext cx="3346704" cy="566928"/>
          </a:xfrm>
          <a:prstGeom prst="roundRect">
            <a:avLst>
              <a:gd name="adj" fmla="val 11290"/>
            </a:avLst>
          </a:prstGeom>
          <a:solidFill>
            <a:srgbClr val="F1EAFB"/>
          </a:solidFill>
          <a:ln w="12700">
            <a:solidFill>
              <a:srgbClr val="F1EAF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84464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 · 仅指针，或无卡片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01784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11312" y="3931920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84464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下钻：取回原文片段（RAG）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01784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11312" y="4773168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84464" y="4773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 + 引用原文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80644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5233B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5806440"/>
            <a:ext cx="10917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4400" y="5806440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硬规则：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事实类陈述必须带引用 —— 无带锚点的值 ⇒ 下钻。   追问或存疑 ⇒ 强制下钻。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如何决策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用证据选型 —— PoC 真正的交付物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3200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984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黄金测试集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235000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真实问题，与索引问题解耦；含多跳、精确标识、越界题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03904" y="1874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06824" y="1874520"/>
            <a:ext cx="3200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98264" y="1984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跑各变体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07408" y="235000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所有方案跑同一冻结集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07224" y="1874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10144" y="1874520"/>
            <a:ext cx="3200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01584" y="1984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10728" y="235000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逐指标、同口径对比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recall@k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忠实度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06240" y="39319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上下文精确率 / 召回率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23760" y="3931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关联召回率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漏钻率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892040"/>
            <a:ext cx="10917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RAGAS / DeepEval；用 gpt-5.5 做 LLM 裁判，并用人工标注子集校准。PoC 的交付物就是这张评分表 —— 方向以证据为准。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三方案对比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6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· RAG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· 卡片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· Agentic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精确事实准确度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低–中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跨页综合 / 多跳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内容覆盖范围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可溯源与引用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视情况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构建成本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低–中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持续维护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中–高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对业务（SME）依赖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中–高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精选 wiki 副产品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没有绝对赢家 —— A、C 在精度与覆盖上领先；B、C 在综合能力上领先。C 兼得两者，但构建成本更高。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分阶段建设 —— 每阶段以评测把关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" y="19202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920240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7824" y="217627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63624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基线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+ 混合检索 + 评测。交付一个可用、带引用的助手。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03904" y="242316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03904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35424" y="19202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920240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9744" y="217627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95544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974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跨页卡片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9744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map-reduce 主题卡片。增强综合与导航；以阶段 1 为底座。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35824" y="242316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35824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467344" y="19202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40496" y="1920240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41664" y="217627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74166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27464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4166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Agentic（方案 C）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41664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卡片优先 + 下钻原文。精度与全貌兼得，全程带引用。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每个阶段都能独立产生价值；分数达标才进入下一阶段。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2F1F0"/>
          </a:solidFill>
          <a:ln w="12700">
            <a:solidFill>
              <a:srgbClr val="E2F1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5029200"/>
            <a:ext cx="10917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即见价值；B、C 是同一骨架上的升级，由评测把关来降风险。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为了推进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审批与资源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93392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6384" y="2185416"/>
            <a:ext cx="402336" cy="40233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0665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审批这个分阶段方向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07792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" y="3099816"/>
            <a:ext cx="402336" cy="40233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29809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SME 时间 —— 定义关键词 + 评审（B、C 的关键依赖）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22192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" y="4014216"/>
            <a:ext cx="402336" cy="40233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3895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基础设施已具备：GPT-5.5 + pgvector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00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开放技术决策 —— 需你拍板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1993392"/>
            <a:ext cx="5486400" cy="2606040"/>
          </a:xfrm>
          <a:prstGeom prst="roundRect">
            <a:avLst>
              <a:gd name="adj" fmla="val 2456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993392"/>
            <a:ext cx="53400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21945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Embedding 模型 —— 多语种 / 可私有部署？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查询语言 —— 中 / 英 / 混合（决定 embedding 选型）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现用 pgvector vs. 全量上专用 ANN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选择层 —— agentic 走树 vs. 向量检索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8FA0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（多数会由 PoC 证据来定）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参考时间表  ·  对应各阶段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3218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1–2 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" y="56144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+ 评测 + RAG 基线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61104" y="5212080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53218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3–4 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98848" y="56144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跨页卡片（map-reduce）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73568" y="5212080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32" name="Text 30"/>
          <p:cNvSpPr/>
          <p:nvPr/>
        </p:nvSpPr>
        <p:spPr>
          <a:xfrm>
            <a:off x="8211312" y="53218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5–6 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11312" y="56144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+ 打分与推荐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候选技术栈与术语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摄取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→ Markdown + 元数据（space、page_id、祖先路径、labels、version）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pgvector —— PoC 阶段精确检索，后续上 HNSW；维度 &gt;2000 用 halfvec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pgvector 余弦 + Postgres tsvector（BM25），RRF 融合；+ reranker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Embedding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可插拔；多语种（如 BGE-m3 / multilingual-e5），可私有部署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内网 GPT-5.5 —— 总结、map-reduce、答案合成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RAGAS / DeepEval；recall@k、忠实度、关联召回率、漏钻率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术语：RAG = 先检索再作答 · grounding = 依据原文作答并引用 · map-reduce = 先逐页抽取再合并 · SME = 业务领域专家。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 知识助手 — 解决方案架构与方向（中文版）</dc:title>
  <dc:subject>PptxGenJS Presentation</dc:subject>
  <dc:creator>Ethan</dc:creator>
  <cp:lastModifiedBy>Ethan</cp:lastModifiedBy>
  <cp:revision>1</cp:revision>
  <dcterms:created xsi:type="dcterms:W3CDTF">2026-06-03T15:26:38Z</dcterms:created>
  <dcterms:modified xsi:type="dcterms:W3CDTF">2026-06-03T15:26:38Z</dcterms:modified>
</cp:coreProperties>
</file>