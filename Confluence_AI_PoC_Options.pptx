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TECHNICAL OPTIONS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Assistant for Our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 Knowledge Base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build it — how they differ, their trade-offs, and what we recommend exploring.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047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48006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8211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4800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7375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Ethan  ·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team's knowledge lives in a large, well-structured Confluence space — but finding the right answer is slow and often depends on who you ask.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88336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61518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Buried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pages, deep structure — answers are hard to locate.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61104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688336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261518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questions get re-asked; experts keep getting interrupted.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73568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268833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261518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answers from our own docs — every answer linked to its source.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5233B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377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PoC compares three ways to build it —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recommends one, backed by evidence rather than opinion.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OPTIONS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build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9397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280720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Search-based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9536" y="33009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365760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relevant document snippets and answers from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9397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80720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Knowledge Cards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572000" y="33009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summaries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defines key topics; the AI writes one summary per topic and answers from those.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73568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209397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84464" y="280720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Assistant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84464" y="330098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4464" y="365760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the cards, and checks the source docs automatically when precise detail is needed.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always link back to the original Confluence page.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Search-based (RAG)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 </a:t>
            </a:r>
            <a:pPr indent="0" marL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searches all documents and answers using the most relevant snippets it finds — with links.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precise detail — pulls the exact text (values, codes, steps)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everything in Confluence automatically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effort to build; easy to keep current as docs change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Watch-outs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on broad “big-picture” or “how do these connect” questions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fragments, not the whole story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business-curated view of what matters most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Knowledge Cards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 </a:t>
            </a:r>
            <a:pPr indent="0" marL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experts define key topics; the AI reads across many pages and writes one summary “card” per topic, then answers from those.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at big-picture and “how things connect” questions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human-readable knowledge base as a byproduct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the business’s own view of what’s important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Watch-outs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complete as the topics business pre-selects — gaps elsewhere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can drop precise details (exact values, configs)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real business time to define topics and keep them current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Assistant (Hybrid)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 </a:t>
            </a:r>
            <a:pPr indent="0" marL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the curated cards for quick, big-picture replies — and automatically opens the source doc to verify when a question needs precise detail. Always cites sources.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B’s big-picture strength with A’s precision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shows sources — higher trust in answers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full search for anything not yet curated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Watch-outs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moving parts to build (combines both approaches)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business input for the cards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engineering effort of the three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they compare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2487168"/>
                <a:gridCol w="2487168"/>
                <a:gridCol w="24780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Cards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Smart (Hybrid)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factual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/ big-picture questions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of all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sources (trust)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(SME) time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wiki byproduct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 — the best choice depends on which questions matter most and how much business time we can invest.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OBJECTIVELY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We’ll measure, not guess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PoC’s real deliverable isn’t code — it’s evidence.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real questions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real questions from the team, each with a known-correct answer (a “test set”).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1104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all three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approach through exactly the same questions.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3568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84464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them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find the right info? Is the answer correct? Did it cite a source?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scorecard that turns the decision into an evidence-based call.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run the PoC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81051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run a focused 4–6 week PoC on one area (e.g., 2026 Planned Project).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90088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business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889504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hours of expert input to define key topics and review results — the key dependency for Options B &amp; C.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69080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6849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we already have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396849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GPT-5.5 plus our existing database. Minimal new spend.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TIMELINE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4672" y="570585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one area + build the test set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61104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4" name="Text 22"/>
          <p:cNvSpPr/>
          <p:nvPr/>
        </p:nvSpPr>
        <p:spPr>
          <a:xfrm>
            <a:off x="4517136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17136" y="570585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connect the approaches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73568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0" y="570585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compare, recommend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FOR 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we’d lean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91056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91056"/>
            <a:ext cx="10287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to choose today: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Search (A) as a fast baseline, then build toward the Smart Assistant (C).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balance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9536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delivers big-picture answers plus precise, sourced detail.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1104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 stages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0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useful on its own — value lands early.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3568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first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84464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scores should confirm before we commit fully.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call should follow the PoC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glossary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Search-based (RAG)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looks up the most relevant snippets and answers from them.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AI-written summary of one topic, gathered from many pages.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/ citation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Answering from the actual source text — and linking to 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/ vector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by meaning, not just keyword match.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Subject-matter expert — our business colleagues.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Knowledge Assistant — PoC Technical Options</dc:title>
  <dc:subject>PptxGenJS Presentation</dc:subject>
  <dc:creator>Ethan</dc:creator>
  <cp:lastModifiedBy>Ethan</cp:lastModifiedBy>
  <cp:revision>1</cp:revision>
  <dcterms:created xsi:type="dcterms:W3CDTF">2026-06-03T10:09:11Z</dcterms:created>
  <dcterms:modified xsi:type="dcterms:W3CDTF">2026-06-03T10:09:11Z</dcterms:modified>
</cp:coreProperties>
</file>